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webextensions/webextension1.xml" ContentType="application/vnd.ms-office.webextension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D8A2B5-D653-1221-453A-A56C00C855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D703DD7-946B-F525-14F2-77CAEB81E2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AAC03A-FE0A-5D7C-2013-C7BAB8A812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8A15C5-FD9B-4987-9638-F40084A9DA36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184BBC-1BF8-5786-0534-4464390A8D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25E549-E27A-CA02-07E0-381B3DD9B3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CC87CA-2F11-41EB-95FB-30F3DC6680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45143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7874B9-DF90-21ED-35F4-C2D9B2DEA1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3F9AEE-7E19-4809-E616-A4A3EC83EA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FD0E9E-4052-E8F2-CFC3-08A4664775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8A15C5-FD9B-4987-9638-F40084A9DA36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907514-9F4F-4ADA-A6D0-50A58C62E8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20CD9E-1481-75F6-955D-F7D99F5D03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CC87CA-2F11-41EB-95FB-30F3DC6680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77957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175EA9-AA5C-8AC8-42D1-EBD0A04C1C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FA6F78-7480-CBD7-A259-20B0F433BD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382ED7-70FD-72FE-8C5F-F92ADD93ED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8A15C5-FD9B-4987-9638-F40084A9DA36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D6192A-79CF-6CF7-6FFC-07DC4DA5C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2CA45A-E4C4-DC8B-CAFC-2B52B0652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CC87CA-2F11-41EB-95FB-30F3DC6680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49680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9217D5-267D-716C-0086-A220E686F6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2AD144-50EC-F08B-D698-F7F593C4A9E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18196CE-46D5-905E-C65F-4AC01AE8F8F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78CD563-5F53-313E-81B8-04221ADACB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8A15C5-FD9B-4987-9638-F40084A9DA36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8E4A0A-8836-98B6-7D73-881F61E35E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21BA35E-BBAF-59B5-7F67-AD31F3E6D7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CC87CA-2F11-41EB-95FB-30F3DC6680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18338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B7A713-824C-D549-2BFB-9CB0D657BA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8871A76-E855-BA03-D8DC-3770CE1F51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A89D01B-2EAA-935F-AEB8-89FD12FF84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33410FA-7B97-7319-E591-14D9DBEBE1A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3C6EE59-430D-6765-8281-ED641DA063B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4350C43-A09A-1B1B-CF00-641D4A5BB6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8A15C5-FD9B-4987-9638-F40084A9DA36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E2018E7-C4ED-115B-373B-E56F0D53B4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2710579-E41F-D59F-F326-818AD99049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CC87CA-2F11-41EB-95FB-30F3DC6680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21361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1081D5-526F-FEA0-E68A-805DB165A9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71EE1B7-F7C8-3CDC-F5A5-33D526F28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8A15C5-FD9B-4987-9638-F40084A9DA36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A11DFCD-DF39-44DE-DD85-4BB07BB64D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F2D1BAA-B089-B806-A56F-2EC9B00FAF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CC87CA-2F11-41EB-95FB-30F3DC6680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68877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FAE9764-D822-FE3E-BDFA-0497B2CBB3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8A15C5-FD9B-4987-9638-F40084A9DA36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6AB0C7E-5D81-28E2-8A8C-40B841F503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92712A-9994-764C-7AAC-43194E5F4C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CC87CA-2F11-41EB-95FB-30F3DC6680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56798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4C797F-70F8-F6C6-45F4-D8A1D99D4B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9FADDE-EC77-2F47-6DFB-7B8014CD5B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E088F2F-4221-3804-E5ED-ED5F2B5DB2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B80738-6295-F966-A0E0-E3728C4F40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8A15C5-FD9B-4987-9638-F40084A9DA36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EB8892-0F1A-3812-18DE-EBFC2B5F36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114267-7B83-C14F-3951-68D451B140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CC87CA-2F11-41EB-95FB-30F3DC6680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05310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CD0EFE-A7FA-A7B2-0873-3E8016F304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103ED04-386B-CBCD-49D5-554E8B9CA2F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E3C937E-4724-EE6B-FDE1-0EAC92A2C5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0B9801-A3EC-21FC-049C-EF5903AFA7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8A15C5-FD9B-4987-9638-F40084A9DA36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7E35438-EB3F-B7F9-5870-6224FA6143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2097F3-B4E4-A592-FC2C-5E22140060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CC87CA-2F11-41EB-95FB-30F3DC6680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25877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A7CF51-AEC3-DC7C-64CF-84BAF416E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9DA644D-976D-D07E-3EDD-BEF72F0D50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95358B-8BA7-7326-5042-4CBA97E683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8A15C5-FD9B-4987-9638-F40084A9DA36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B91061-C382-9AA5-2C9D-F6AFFEE0DC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02018F-8B7B-A687-DFBB-D81EA275FE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CC87CA-2F11-41EB-95FB-30F3DC6680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39453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7A959B2-3A56-A193-09A6-A8A963F7A3D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6CE5DC1-9C65-6E53-008A-60ECC3679A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E98E7C-2EA7-904E-2C2E-23220F122B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8A15C5-FD9B-4987-9638-F40084A9DA36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7775AB-3982-22AF-3A11-5C74C9976D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3E5C99-6978-F699-A72B-9957CAFD90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CC87CA-2F11-41EB-95FB-30F3DC6680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46972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D14651C-D96F-0921-286C-731B4E9260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59615F-0ED9-706C-C8DD-030B3037BA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C9F79B-C85D-7F66-6E75-95D47658EB0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C8A15C5-FD9B-4987-9638-F40084A9DA36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259500-BB11-0D94-2EBF-439A137DA0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E3880E-1784-A0BC-36CF-CB6E28CDA5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7CC87CA-2F11-41EB-95FB-30F3DC6680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99766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microsoft.com/office/2011/relationships/webextension" Target="../webextensions/webextension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we="http://schemas.microsoft.com/office/webextensions/webextension/2010/11" xmlns:pca="http://schemas.microsoft.com/office/powerpoint/2013/contentapp" Requires="we pca">
          <p:graphicFrame>
            <p:nvGraphicFramePr>
              <p:cNvPr id="4" name="Add-in 3">
                <a:extLst>
                  <a:ext uri="{FF2B5EF4-FFF2-40B4-BE49-F238E27FC236}">
                    <a16:creationId xmlns:a16="http://schemas.microsoft.com/office/drawing/2014/main" id="{0CEB721A-E6E0-072B-0637-A6D9B4686B9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058478888"/>
                  </p:ext>
                </p:extLst>
              </p:nvPr>
            </p:nvGraphicFramePr>
            <p:xfrm>
              <a:off x="0" y="0"/>
              <a:ext cx="12192000" cy="6858000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2"/>
              </a:graphicData>
            </a:graphic>
          </p:graphicFrame>
        </mc:Choice>
        <mc:Fallback>
          <p:pic>
            <p:nvPicPr>
              <p:cNvPr id="4" name="Add-in 3">
                <a:extLst>
                  <a:ext uri="{FF2B5EF4-FFF2-40B4-BE49-F238E27FC236}">
                    <a16:creationId xmlns:a16="http://schemas.microsoft.com/office/drawing/2014/main" id="{0CEB721A-E6E0-072B-0637-A6D9B4686B9E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0" y="0"/>
                <a:ext cx="12192000" cy="6858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9668434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webextension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/Relationships>
</file>

<file path=ppt/webextensions/webextension1.xml><?xml version="1.0" encoding="utf-8"?>
<we:webextension xmlns:we="http://schemas.microsoft.com/office/webextensions/webextension/2010/11" id="{1826EAFF-9CB9-4DA6-8256-81FC5FD3013C}">
  <we:reference id="0885b291-af1d-4808-a2f8-6a3ee4c61e5e" version="1.0.0.2" store="developer" storeType="Registry"/>
  <we:alternateReferences/>
  <we:properties/>
  <we:bindings/>
  <we:snapshot xmlns:r="http://schemas.openxmlformats.org/officeDocument/2006/relationships" r:embed="rId1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Omar Elhasan</dc:creator>
  <cp:lastModifiedBy>Omar Elhasan</cp:lastModifiedBy>
  <cp:revision>1</cp:revision>
  <dcterms:created xsi:type="dcterms:W3CDTF">2026-06-11T16:23:47Z</dcterms:created>
  <dcterms:modified xsi:type="dcterms:W3CDTF">2026-06-11T16:23:47Z</dcterms:modified>
</cp:coreProperties>
</file>