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8A2B5-D653-1221-453A-A56C00C855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703DD7-946B-F525-14F2-77CAEB81E2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AC03A-FE0A-5D7C-2013-C7BAB8A81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A15C5-FD9B-4987-9638-F40084A9DA36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84BBC-1BF8-5786-0534-4464390A8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5E549-E27A-CA02-07E0-381B3DD9B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C87CA-2F11-41EB-95FB-30F3DC668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514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874B9-DF90-21ED-35F4-C2D9B2DEA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F9AEE-7E19-4809-E616-A4A3EC83E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D0E9E-4052-E8F2-CFC3-08A466477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A15C5-FD9B-4987-9638-F40084A9DA36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07514-9F4F-4ADA-A6D0-50A58C62E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0CD9E-1481-75F6-955D-F7D99F5D0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C87CA-2F11-41EB-95FB-30F3DC668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795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75EA9-AA5C-8AC8-42D1-EBD0A04C1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A6F78-7480-CBD7-A259-20B0F433B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82ED7-70FD-72FE-8C5F-F92ADD93E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A15C5-FD9B-4987-9638-F40084A9DA36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6192A-79CF-6CF7-6FFC-07DC4DA5C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CA45A-E4C4-DC8B-CAFC-2B52B0652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C87CA-2F11-41EB-95FB-30F3DC668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968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217D5-267D-716C-0086-A220E686F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AD144-50EC-F08B-D698-F7F593C4A9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196CE-46D5-905E-C65F-4AC01AE8F8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8CD563-5F53-313E-81B8-04221ADAC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A15C5-FD9B-4987-9638-F40084A9DA36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E4A0A-8836-98B6-7D73-881F61E35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1BA35E-BBAF-59B5-7F67-AD31F3E6D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C87CA-2F11-41EB-95FB-30F3DC668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33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7A713-824C-D549-2BFB-9CB0D657B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71A76-E855-BA03-D8DC-3770CE1F5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89D01B-2EAA-935F-AEB8-89FD12FF8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3410FA-7B97-7319-E591-14D9DBEBE1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C6EE59-430D-6765-8281-ED641DA063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350C43-A09A-1B1B-CF00-641D4A5BB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A15C5-FD9B-4987-9638-F40084A9DA36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2018E7-C4ED-115B-373B-E56F0D53B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710579-E41F-D59F-F326-818AD990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C87CA-2F11-41EB-95FB-30F3DC668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136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081D5-526F-FEA0-E68A-805DB165A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1EE1B7-F7C8-3CDC-F5A5-33D526F28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A15C5-FD9B-4987-9638-F40084A9DA36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1DFCD-DF39-44DE-DD85-4BB07BB64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2D1BAA-B089-B806-A56F-2EC9B00FA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C87CA-2F11-41EB-95FB-30F3DC668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87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AE9764-D822-FE3E-BDFA-0497B2CBB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A15C5-FD9B-4987-9638-F40084A9DA36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AB0C7E-5D81-28E2-8A8C-40B841F50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2712A-9994-764C-7AAC-43194E5F4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C87CA-2F11-41EB-95FB-30F3DC668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67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C797F-70F8-F6C6-45F4-D8A1D99D4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FADDE-EC77-2F47-6DFB-7B8014CD5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088F2F-4221-3804-E5ED-ED5F2B5DB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B80738-6295-F966-A0E0-E3728C4F4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A15C5-FD9B-4987-9638-F40084A9DA36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B8892-0F1A-3812-18DE-EBFC2B5F3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114267-7B83-C14F-3951-68D451B14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C87CA-2F11-41EB-95FB-30F3DC668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531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D0EFE-A7FA-A7B2-0873-3E8016F30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03ED04-386B-CBCD-49D5-554E8B9CA2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3C937E-4724-EE6B-FDE1-0EAC92A2C5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0B9801-A3EC-21FC-049C-EF5903AFA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A15C5-FD9B-4987-9638-F40084A9DA36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E35438-EB3F-B7F9-5870-6224FA614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097F3-B4E4-A592-FC2C-5E2214006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C87CA-2F11-41EB-95FB-30F3DC668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587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7CF51-AEC3-DC7C-64CF-84BAF416E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DA644D-976D-D07E-3EDD-BEF72F0D50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5358B-8BA7-7326-5042-4CBA97E68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A15C5-FD9B-4987-9638-F40084A9DA36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91061-C382-9AA5-2C9D-F6AFFEE0D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2018F-8B7B-A687-DFBB-D81EA275F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C87CA-2F11-41EB-95FB-30F3DC668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945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A959B2-3A56-A193-09A6-A8A963F7A3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CE5DC1-9C65-6E53-008A-60ECC3679A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98E7C-2EA7-904E-2C2E-23220F122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A15C5-FD9B-4987-9638-F40084A9DA36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775AB-3982-22AF-3A11-5C74C9976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E5C99-6978-F699-A72B-9957CAFD9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C87CA-2F11-41EB-95FB-30F3DC668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697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14651C-D96F-0921-286C-731B4E926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9615F-0ED9-706C-C8DD-030B3037B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9F79B-C85D-7F66-6E75-95D47658EB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8A15C5-FD9B-4987-9638-F40084A9DA36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59500-BB11-0D94-2EBF-439A137DA0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3880E-1784-A0BC-36CF-CB6E28CDA5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CC87CA-2F11-41EB-95FB-30F3DC668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976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>
                <a:extLst>
                  <a:ext uri="{FF2B5EF4-FFF2-40B4-BE49-F238E27FC236}">
                    <a16:creationId xmlns:a16="http://schemas.microsoft.com/office/drawing/2014/main" id="{0CEB721A-E6E0-072B-0637-A6D9B4686B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8478888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Add-in 3">
                <a:extLst>
                  <a:ext uri="{FF2B5EF4-FFF2-40B4-BE49-F238E27FC236}">
                    <a16:creationId xmlns:a16="http://schemas.microsoft.com/office/drawing/2014/main" id="{0CEB721A-E6E0-072B-0637-A6D9B4686B9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66843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webextensions/webextension1.xml><?xml version="1.0" encoding="utf-8"?>
<we:webextension xmlns:we="http://schemas.microsoft.com/office/webextensions/webextension/2010/11" id="{1826EAFF-9CB9-4DA6-8256-81FC5FD3013C}">
  <we:reference id="0885b291-af1d-4808-a2f8-6a3ee4c61e5e" version="1.0.0.2" store="developer" storeType="Registry"/>
  <we:alternateReferences/>
  <we:properties/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Elhasan</dc:creator>
  <cp:lastModifiedBy>Omar Elhasan</cp:lastModifiedBy>
  <cp:revision>1</cp:revision>
  <dcterms:created xsi:type="dcterms:W3CDTF">2026-06-11T16:23:47Z</dcterms:created>
  <dcterms:modified xsi:type="dcterms:W3CDTF">2026-06-11T16:23:47Z</dcterms:modified>
</cp:coreProperties>
</file>